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61" r:id="rId7"/>
    <p:sldId id="259" r:id="rId8"/>
    <p:sldId id="262" r:id="rId9"/>
    <p:sldId id="260" r:id="rId10"/>
    <p:sldId id="263" r:id="rId11"/>
    <p:sldId id="264" r:id="rId12"/>
    <p:sldId id="265" r:id="rId1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AWS: EKS</a:t>
            </a:r>
            <a:endParaRPr lang="en-US" altLang="zh-CN"/>
          </a:p>
          <a:p>
            <a:br>
              <a:rPr lang="en-US" altLang="zh-CN"/>
            </a:br>
            <a:r>
              <a:rPr lang="en-US" altLang="zh-CN"/>
              <a:t>Google:GKE</a:t>
            </a:r>
            <a:endParaRPr lang="en-US" altLang="zh-CN"/>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Kubernetes主要由以下几个核心组件组成：</a:t>
            </a:r>
            <a:endParaRPr lang="zh-CN" altLang="en-US"/>
          </a:p>
          <a:p>
            <a:endParaRPr lang="zh-CN" altLang="en-US"/>
          </a:p>
          <a:p>
            <a:r>
              <a:rPr lang="zh-CN" altLang="en-US"/>
              <a:t>etcd保存了整个集群的状态；</a:t>
            </a:r>
            <a:endParaRPr lang="zh-CN" altLang="en-US"/>
          </a:p>
          <a:p>
            <a:r>
              <a:rPr lang="zh-CN" altLang="en-US"/>
              <a:t>apiserver提供了资源操作的唯一入口，并提供认证、授权、访问控制、API注册和发现等机制；</a:t>
            </a:r>
            <a:endParaRPr lang="zh-CN" altLang="en-US"/>
          </a:p>
          <a:p>
            <a:r>
              <a:rPr lang="zh-CN" altLang="en-US"/>
              <a:t>controller manager负责维护集群的状态，比如故障检测、自动扩展、滚动更新等；</a:t>
            </a:r>
            <a:endParaRPr lang="zh-CN" altLang="en-US"/>
          </a:p>
          <a:p>
            <a:r>
              <a:rPr lang="zh-CN" altLang="en-US"/>
              <a:t>scheduler负责资源的调度，按照预定的调度策略将Pod调度到相应的机器上；</a:t>
            </a:r>
            <a:endParaRPr lang="zh-CN" altLang="en-US"/>
          </a:p>
          <a:p>
            <a:r>
              <a:rPr lang="zh-CN" altLang="en-US"/>
              <a:t>kubelet负责维护容器的生命周期，同时也负责Volume（CVI）和网络（CNI）的管理；</a:t>
            </a:r>
            <a:endParaRPr lang="zh-CN" altLang="en-US"/>
          </a:p>
          <a:p>
            <a:r>
              <a:rPr lang="zh-CN" altLang="en-US"/>
              <a:t>Container runtime负责镜像管理以及Pod和容器的真正运行（CRI）；</a:t>
            </a:r>
            <a:endParaRPr lang="zh-CN" altLang="en-US"/>
          </a:p>
          <a:p>
            <a:r>
              <a:rPr lang="zh-CN" altLang="en-US"/>
              <a:t>kube-proxy负责为Service提供cluster内部的服务发现和负载均衡；</a:t>
            </a:r>
            <a:endParaRPr lang="zh-CN" altLang="en-US"/>
          </a:p>
          <a:p>
            <a:r>
              <a:rPr lang="zh-CN" altLang="en-US"/>
              <a:t>除了核心组件，还有一些推荐的Add-ons：</a:t>
            </a:r>
            <a:endParaRPr lang="zh-CN" altLang="en-US"/>
          </a:p>
          <a:p>
            <a:endParaRPr lang="zh-CN" altLang="en-US"/>
          </a:p>
          <a:p>
            <a:r>
              <a:rPr lang="zh-CN" altLang="en-US"/>
              <a:t>kube-dns负责为整个集群提供DNS服务</a:t>
            </a:r>
            <a:endParaRPr lang="zh-CN" altLang="en-US"/>
          </a:p>
          <a:p>
            <a:r>
              <a:rPr lang="zh-CN" altLang="en-US"/>
              <a:t>Ingress Controller为服务提供外网入口</a:t>
            </a:r>
            <a:endParaRPr lang="zh-CN" altLang="en-US"/>
          </a:p>
          <a:p>
            <a:r>
              <a:rPr lang="zh-CN" altLang="en-US"/>
              <a:t>Heapster提供资源监控</a:t>
            </a:r>
            <a:endParaRPr lang="zh-CN" altLang="en-US"/>
          </a:p>
          <a:p>
            <a:r>
              <a:rPr lang="zh-CN" altLang="en-US"/>
              <a:t>Dashboard提供GUI</a:t>
            </a:r>
            <a:endParaRPr lang="zh-CN" altLang="en-US"/>
          </a:p>
          <a:p>
            <a:r>
              <a:rPr lang="zh-CN" altLang="en-US"/>
              <a:t>Federation提供跨可用区的集群</a:t>
            </a:r>
            <a:endParaRPr lang="zh-CN" altLang="en-US"/>
          </a:p>
          <a:p>
            <a:r>
              <a:rPr lang="zh-CN" altLang="en-US"/>
              <a:t>Fluentd-elasticsearch提供集群日志采集、存储与查询</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k8s设计哲学</a:t>
            </a:r>
            <a:endParaRPr lang="zh-CN" altLang="en-US"/>
          </a:p>
          <a:p>
            <a:endParaRPr lang="zh-CN" altLang="en-US"/>
          </a:p>
          <a:p>
            <a:r>
              <a:rPr lang="zh-CN" altLang="en-US"/>
              <a:t>https://zhuanlan.zhihu.com/p/55658241</a:t>
            </a:r>
            <a:endParaRPr lang="zh-CN" altLang="en-US"/>
          </a:p>
          <a:p>
            <a:endParaRPr lang="zh-CN" altLang="en-US"/>
          </a:p>
          <a:p>
            <a:r>
              <a:rPr lang="zh-CN" altLang="en-US"/>
              <a:t>https://www.kubernetes.org.cn/kubernetes%E8%AE%BE%E8%AE%A1%E7%90%86%E5%BF%B5</a:t>
            </a:r>
            <a:br>
              <a:rPr lang="zh-CN" altLang="en-US"/>
            </a:br>
            <a:br>
              <a:rPr lang="zh-CN" altLang="en-US"/>
            </a:br>
            <a:r>
              <a:rPr lang="zh-CN" altLang="en-US"/>
              <a:t>1. API设计原则</a:t>
            </a:r>
            <a:endParaRPr lang="zh-CN" altLang="en-US"/>
          </a:p>
          <a:p>
            <a:r>
              <a:rPr lang="zh-CN" altLang="en-US"/>
              <a:t>系统的api设计是一个系统的灵魂，整个复杂的系统都会隐藏在api下面，也都会随着api的变化而变化，如果api设计的不好，底层系统就不可能做的好</a:t>
            </a:r>
            <a:endParaRPr lang="zh-CN" altLang="en-US"/>
          </a:p>
          <a:p>
            <a:r>
              <a:rPr lang="zh-CN" altLang="en-US"/>
              <a:t>K8s所有的api都是声明式的</a:t>
            </a:r>
            <a:endParaRPr lang="zh-CN" altLang="en-US"/>
          </a:p>
          <a:p>
            <a:r>
              <a:rPr lang="zh-CN" altLang="en-US"/>
              <a:t>如，要pod扩容为2个实例，只需要将replicaset指定为2就可以了</a:t>
            </a:r>
            <a:endParaRPr lang="zh-CN" altLang="en-US"/>
          </a:p>
          <a:p>
            <a:r>
              <a:rPr lang="zh-CN" altLang="en-US"/>
              <a:t>从概念上来说声明式，是对于重复的操作是稳定的，所有的api对象都是名词，而不是动词</a:t>
            </a:r>
            <a:endParaRPr lang="zh-CN" altLang="en-US"/>
          </a:p>
          <a:p>
            <a:r>
              <a:rPr lang="zh-CN" altLang="en-US"/>
              <a:t>如，service/pod，以用户期望的样子，系统会很容易确定用户期望的是什么，应该是什么样子，以及当前系统的样子是不是满足了用户的需求，这就避免了为了明确用户的目的而引起不必要的麻烦</a:t>
            </a:r>
            <a:endParaRPr lang="zh-CN" altLang="en-US"/>
          </a:p>
          <a:p>
            <a:r>
              <a:rPr lang="zh-CN" altLang="en-US"/>
              <a:t>还有，所有的Api以操作的意图为基础的设计</a:t>
            </a:r>
            <a:endParaRPr lang="zh-CN" altLang="en-US"/>
          </a:p>
          <a:p>
            <a:r>
              <a:rPr lang="zh-CN" altLang="en-US"/>
              <a:t>上层设计一定是以业务出发的，而不是以技术实现出发的</a:t>
            </a:r>
            <a:endParaRPr lang="zh-CN" altLang="en-US"/>
          </a:p>
          <a:p>
            <a:r>
              <a:rPr lang="zh-CN" altLang="en-US"/>
              <a:t>Kubernetes的api是以业务基础出发，以系统调度管理容器的意图作为基础来设计的</a:t>
            </a:r>
            <a:endParaRPr lang="zh-CN" altLang="en-US"/>
          </a:p>
          <a:p>
            <a:endParaRPr lang="zh-CN" altLang="en-US"/>
          </a:p>
          <a:p>
            <a:r>
              <a:rPr lang="zh-CN" altLang="en-US"/>
              <a:t>2. 控制机设计原则</a:t>
            </a:r>
            <a:endParaRPr lang="zh-CN" altLang="en-US"/>
          </a:p>
          <a:p>
            <a:r>
              <a:rPr lang="zh-CN" altLang="en-US"/>
              <a:t>程序内部的一些实现的通用的原则</a:t>
            </a:r>
            <a:endParaRPr lang="zh-CN" altLang="en-US"/>
          </a:p>
          <a:p>
            <a:r>
              <a:rPr lang="zh-CN" altLang="en-US"/>
              <a:t>一个是假定任何错误的可能，并做容错处理；在分布式系统中出现局部错误和临时错误是非常大概率的事件，错误可能是来自物理系统的故障/磁盘/网络/外部系统故障，也可能是来自与系统本身代码的问题，因此在设计上要考虑到任何可能的错误，并且做容错处理；</a:t>
            </a:r>
            <a:endParaRPr lang="zh-CN" altLang="en-US"/>
          </a:p>
          <a:p>
            <a:r>
              <a:rPr lang="zh-CN" altLang="en-US"/>
              <a:t>第二个是每个模块都可以在出现错误后自动恢复；由于分布式系统中无法保证每个模块都是始终连接的，因此任何模块都要有自我修复的能力，保证不会因为无法连接到某一个模块导致的自我崩溃；</a:t>
            </a:r>
            <a:endParaRPr lang="zh-CN" altLang="en-US"/>
          </a:p>
          <a:p>
            <a:r>
              <a:rPr lang="zh-CN" altLang="en-US"/>
              <a:t>还有一个是每个模块在必要的时候可以优雅降级</a:t>
            </a:r>
            <a:endParaRPr lang="zh-CN" altLang="en-US"/>
          </a:p>
          <a:p>
            <a:r>
              <a:rPr lang="zh-CN" altLang="en-US"/>
              <a:t>优雅降级是指要求在设计的过程中要清晰的划分基本功能/高级功能，保证基本功能不会依赖高级功能，这样就同时保证了不会因为高级功能应为出现了故障而导致整个模块的崩溃，也会更容易快速的增加高级功能，而不用担心因为引入高级功能而影响了原有的基本功能；</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https://kubernetes.io/zh/docs/concepts/overview/what-is-kubernet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Kubernetes</a:t>
            </a:r>
            <a:endParaRPr lang="en-US" altLang="zh-CN"/>
          </a:p>
        </p:txBody>
      </p:sp>
      <p:sp>
        <p:nvSpPr>
          <p:cNvPr id="3" name="副标题 2"/>
          <p:cNvSpPr>
            <a:spLocks noGrp="1"/>
          </p:cNvSpPr>
          <p:nvPr>
            <p:ph type="subTitle" idx="1"/>
          </p:nvPr>
        </p:nvSpPr>
        <p:spPr/>
        <p:txBody>
          <a:bodyPr/>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731520" y="302895"/>
            <a:ext cx="10515600" cy="5185410"/>
          </a:xfrm>
        </p:spPr>
        <p:txBody>
          <a:bodyPr/>
          <a:p>
            <a:pPr marL="514350" indent="-514350" algn="ctr">
              <a:lnSpc>
                <a:spcPct val="160000"/>
              </a:lnSpc>
              <a:buFont typeface="+mj-lt"/>
              <a:buAutoNum type="arabicPeriod"/>
            </a:pPr>
            <a:endParaRPr lang="en-US" altLang="zh-CN">
              <a:sym typeface="+mn-ea"/>
            </a:endParaRPr>
          </a:p>
          <a:p>
            <a:pPr marL="514350" indent="-514350" algn="ctr">
              <a:lnSpc>
                <a:spcPct val="160000"/>
              </a:lnSpc>
              <a:buFont typeface="+mj-lt"/>
              <a:buAutoNum type="arabicPeriod"/>
            </a:pPr>
            <a:r>
              <a:rPr lang="en-US" altLang="zh-CN" sz="3600" b="1">
                <a:sym typeface="+mn-ea"/>
              </a:rPr>
              <a:t>Kubernetes</a:t>
            </a:r>
            <a:r>
              <a:rPr lang="zh-CN" altLang="en-US" sz="3600" b="1"/>
              <a:t>是什么？</a:t>
            </a:r>
            <a:endParaRPr lang="zh-CN" altLang="en-US" sz="3600" b="1"/>
          </a:p>
          <a:p>
            <a:pPr marL="514350" indent="-514350" algn="ctr">
              <a:lnSpc>
                <a:spcPct val="160000"/>
              </a:lnSpc>
              <a:buFont typeface="+mj-lt"/>
              <a:buAutoNum type="arabicPeriod"/>
            </a:pPr>
            <a:r>
              <a:rPr lang="en-US" altLang="zh-CN" sz="3600" b="1">
                <a:sym typeface="+mn-ea"/>
              </a:rPr>
              <a:t>Kubernetes</a:t>
            </a:r>
            <a:r>
              <a:rPr lang="zh-CN" altLang="en-US" sz="3600" b="1">
                <a:sym typeface="+mn-ea"/>
              </a:rPr>
              <a:t>怎么这么强大？</a:t>
            </a:r>
            <a:endParaRPr lang="zh-CN" altLang="en-US" sz="3600" b="1">
              <a:sym typeface="+mn-ea"/>
            </a:endParaRPr>
          </a:p>
          <a:p>
            <a:pPr marL="514350" indent="-514350" algn="ctr">
              <a:lnSpc>
                <a:spcPct val="160000"/>
              </a:lnSpc>
              <a:buFont typeface="+mj-lt"/>
              <a:buAutoNum type="arabicPeriod"/>
            </a:pPr>
            <a:r>
              <a:rPr lang="zh-CN" altLang="en-US" sz="3600" b="1"/>
              <a:t>为什么选择它？</a:t>
            </a:r>
            <a:endParaRPr lang="zh-CN" altLang="en-US" sz="36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hlinkClick r:id="rId1" tooltip="" action="ppaction://hlinkfile"/>
              </a:rPr>
              <a:t>Kubernetes</a:t>
            </a:r>
            <a:r>
              <a:rPr lang="zh-CN" altLang="en-US">
                <a:sym typeface="+mn-ea"/>
                <a:hlinkClick r:id="rId1" tooltip="" action="ppaction://hlinkfile"/>
              </a:rPr>
              <a:t>是什么？</a:t>
            </a:r>
            <a:endParaRPr lang="zh-CN" altLang="en-US"/>
          </a:p>
        </p:txBody>
      </p:sp>
      <p:sp>
        <p:nvSpPr>
          <p:cNvPr id="3" name="内容占位符 2"/>
          <p:cNvSpPr>
            <a:spLocks noGrp="1"/>
          </p:cNvSpPr>
          <p:nvPr>
            <p:ph idx="1"/>
          </p:nvPr>
        </p:nvSpPr>
        <p:spPr/>
        <p:txBody>
          <a:bodyPr/>
          <a:p>
            <a:r>
              <a:rPr lang="zh-CN" altLang="en-US"/>
              <a:t>Kubernetes 是一个可移植的、可扩展的开源平台，用于管理容器化的工作负载和服务，可促进声明式配置和自动化。 Kubernetes 拥有一个庞大且快速增长的生态系统。Kubernetes 的服务、支持和工具广泛可用。</a:t>
            </a:r>
            <a:br>
              <a:rPr lang="zh-CN" altLang="en-US"/>
            </a:br>
            <a:endParaRPr lang="zh-CN" altLang="en-US"/>
          </a:p>
          <a:p>
            <a:r>
              <a:rPr lang="zh-CN" altLang="en-US"/>
              <a:t>容器编排工具：Kubernetes, Docker Swarm, Apache Mesos</a:t>
            </a:r>
            <a:r>
              <a:rPr lang="en-US" altLang="zh-CN"/>
              <a:t>...</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工作中的角色</a:t>
            </a:r>
            <a:endParaRPr lang="zh-CN" altLang="en-US"/>
          </a:p>
        </p:txBody>
      </p:sp>
      <p:sp>
        <p:nvSpPr>
          <p:cNvPr id="3" name="内容占位符 2"/>
          <p:cNvSpPr>
            <a:spLocks noGrp="1"/>
          </p:cNvSpPr>
          <p:nvPr>
            <p:ph idx="1"/>
          </p:nvPr>
        </p:nvSpPr>
        <p:spPr/>
        <p:txBody>
          <a:bodyPr/>
          <a:p>
            <a:r>
              <a:rPr lang="zh-CN" altLang="en-US"/>
              <a:t>服务发现与调度（</a:t>
            </a:r>
            <a:r>
              <a:rPr lang="en-US" altLang="zh-CN"/>
              <a:t>Service</a:t>
            </a:r>
            <a:r>
              <a:rPr lang="zh-CN" altLang="en-US"/>
              <a:t>）</a:t>
            </a:r>
            <a:endParaRPr lang="zh-CN" altLang="en-US"/>
          </a:p>
          <a:p>
            <a:r>
              <a:rPr lang="zh-CN" altLang="en-US"/>
              <a:t>负载均衡（</a:t>
            </a:r>
            <a:r>
              <a:rPr lang="en-US" altLang="zh-CN"/>
              <a:t>Ingress/Port-forward</a:t>
            </a:r>
            <a:r>
              <a:rPr lang="zh-CN" altLang="en-US"/>
              <a:t>）</a:t>
            </a:r>
            <a:endParaRPr lang="zh-CN" altLang="en-US"/>
          </a:p>
          <a:p>
            <a:r>
              <a:rPr lang="zh-CN" altLang="en-US"/>
              <a:t>服务自愈（</a:t>
            </a:r>
            <a:r>
              <a:rPr lang="en-US" altLang="zh-CN"/>
              <a:t>Pod</a:t>
            </a:r>
            <a:r>
              <a:rPr lang="zh-CN" altLang="en-US"/>
              <a:t>自动恢复）</a:t>
            </a:r>
            <a:endParaRPr lang="zh-CN" altLang="en-US"/>
          </a:p>
          <a:p>
            <a:r>
              <a:rPr lang="zh-CN" altLang="en-US"/>
              <a:t>服务弹性扩容（</a:t>
            </a:r>
            <a:r>
              <a:rPr lang="en-US" altLang="zh-CN"/>
              <a:t>A</a:t>
            </a:r>
            <a:r>
              <a:rPr lang="zh-CN" altLang="en-US"/>
              <a:t>utoscale）</a:t>
            </a:r>
            <a:endParaRPr lang="zh-CN" altLang="en-US"/>
          </a:p>
          <a:p>
            <a:r>
              <a:rPr lang="zh-CN" altLang="en-US"/>
              <a:t>存储卷挂载（volumes）</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Kubernetes </a:t>
            </a:r>
            <a:r>
              <a:rPr lang="zh-CN" altLang="en-US">
                <a:sym typeface="+mn-ea"/>
              </a:rPr>
              <a:t>干了什么？</a:t>
            </a:r>
            <a:endParaRPr lang="zh-CN" altLang="en-US"/>
          </a:p>
        </p:txBody>
      </p:sp>
      <p:pic>
        <p:nvPicPr>
          <p:cNvPr id="4" name="图片 3" descr="container_evolution"/>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9725" y="2035175"/>
            <a:ext cx="10058400" cy="3705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1325563"/>
          </a:xfrm>
        </p:spPr>
        <p:txBody>
          <a:bodyPr>
            <a:normAutofit fontScale="90000"/>
          </a:bodyPr>
          <a:p>
            <a:r>
              <a:rPr lang="en-US" altLang="zh-CN">
                <a:sym typeface="+mn-ea"/>
              </a:rPr>
              <a:t>Kubernetes </a:t>
            </a:r>
            <a:r>
              <a:rPr lang="zh-CN" altLang="en-US">
                <a:sym typeface="+mn-ea"/>
              </a:rPr>
              <a:t>干了什么？</a:t>
            </a:r>
            <a:br>
              <a:rPr lang="zh-CN" altLang="en-US"/>
            </a:br>
            <a:endParaRPr lang="zh-CN" altLang="en-US"/>
          </a:p>
        </p:txBody>
      </p:sp>
      <p:pic>
        <p:nvPicPr>
          <p:cNvPr id="4" name="图片 3"/>
          <p:cNvPicPr>
            <a:picLocks noChangeAspect="1"/>
          </p:cNvPicPr>
          <p:nvPr/>
        </p:nvPicPr>
        <p:blipFill>
          <a:blip r:embed="rId1"/>
          <a:stretch>
            <a:fillRect/>
          </a:stretch>
        </p:blipFill>
        <p:spPr>
          <a:xfrm>
            <a:off x="981710" y="1691005"/>
            <a:ext cx="8519795" cy="41255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Kubernetes</a:t>
            </a:r>
            <a:r>
              <a:rPr lang="zh-CN" altLang="en-US">
                <a:sym typeface="+mn-ea"/>
              </a:rPr>
              <a:t>怎么这么强大？</a:t>
            </a:r>
            <a:endParaRPr lang="zh-CN" altLang="en-US"/>
          </a:p>
        </p:txBody>
      </p:sp>
      <p:pic>
        <p:nvPicPr>
          <p:cNvPr id="8" name="内容占位符 7"/>
          <p:cNvPicPr>
            <a:picLocks noChangeAspect="1"/>
          </p:cNvPicPr>
          <p:nvPr>
            <p:ph idx="1"/>
          </p:nvPr>
        </p:nvPicPr>
        <p:blipFill>
          <a:blip r:embed="rId1"/>
          <a:stretch>
            <a:fillRect/>
          </a:stretch>
        </p:blipFill>
        <p:spPr>
          <a:xfrm>
            <a:off x="676910" y="1396365"/>
            <a:ext cx="10074910" cy="4780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Kubernetes</a:t>
            </a:r>
            <a:r>
              <a:rPr lang="zh-CN" altLang="en-US"/>
              <a:t>设计理念</a:t>
            </a:r>
            <a:endParaRPr lang="zh-CN" altLang="en-US"/>
          </a:p>
        </p:txBody>
      </p:sp>
      <p:sp>
        <p:nvSpPr>
          <p:cNvPr id="3" name="内容占位符 2"/>
          <p:cNvSpPr>
            <a:spLocks noGrp="1"/>
          </p:cNvSpPr>
          <p:nvPr>
            <p:ph idx="1"/>
          </p:nvPr>
        </p:nvSpPr>
        <p:spPr/>
        <p:txBody>
          <a:bodyPr/>
          <a:p>
            <a:endParaRPr lang="zh-CN" altLang="en-US"/>
          </a:p>
          <a:p>
            <a:endParaRPr lang="zh-CN" altLang="en-US"/>
          </a:p>
          <a:p>
            <a:r>
              <a:rPr lang="zh-CN" altLang="en-US"/>
              <a:t>API设计原则</a:t>
            </a:r>
            <a:endParaRPr lang="zh-CN" altLang="en-US"/>
          </a:p>
          <a:p>
            <a:endParaRPr lang="zh-CN" altLang="en-US"/>
          </a:p>
          <a:p>
            <a:endParaRPr lang="zh-CN" altLang="en-US"/>
          </a:p>
          <a:p>
            <a:r>
              <a:rPr lang="zh-CN" altLang="en-US"/>
              <a:t>控制机设计原则</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Kubernetes</a:t>
            </a:r>
            <a:r>
              <a:rPr lang="zh-CN" altLang="en-US">
                <a:sym typeface="+mn-ea"/>
              </a:rPr>
              <a:t>实现</a:t>
            </a:r>
            <a:endParaRPr lang="zh-CN" altLang="en-US">
              <a:sym typeface="+mn-ea"/>
            </a:endParaRPr>
          </a:p>
        </p:txBody>
      </p:sp>
      <p:sp>
        <p:nvSpPr>
          <p:cNvPr id="3" name="内容占位符 2"/>
          <p:cNvSpPr>
            <a:spLocks noGrp="1"/>
          </p:cNvSpPr>
          <p:nvPr>
            <p:ph idx="1"/>
          </p:nvPr>
        </p:nvSpPr>
        <p:spPr/>
        <p:txBody>
          <a:bodyPr/>
          <a:p>
            <a:r>
              <a:rPr lang="zh-CN" altLang="en-US"/>
              <a:t>https://github.com/jia237377144/DotNetForDocker/tree/minikube</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ctr"/>
            <a:endParaRPr lang="zh-CN" altLang="en-US"/>
          </a:p>
          <a:p>
            <a:pPr algn="ctr"/>
            <a:endParaRPr lang="zh-CN" altLang="en-US"/>
          </a:p>
          <a:p>
            <a:pPr algn="ctr"/>
            <a:endParaRPr lang="zh-CN" altLang="en-US"/>
          </a:p>
          <a:p>
            <a:pPr marL="0" indent="0" algn="ctr">
              <a:buNone/>
            </a:pPr>
            <a:r>
              <a:rPr lang="zh-CN" altLang="en-US" sz="7200"/>
              <a:t>Q&amp;</a:t>
            </a:r>
            <a:r>
              <a:rPr lang="en-US" altLang="zh-CN" sz="7200"/>
              <a:t>A</a:t>
            </a:r>
            <a:endParaRPr lang="en-US" altLang="zh-CN" sz="7200"/>
          </a:p>
        </p:txBody>
      </p:sp>
      <p:sp>
        <p:nvSpPr>
          <p:cNvPr id="4" name="标题 3"/>
          <p:cNvSpPr/>
          <p:nvPr>
            <p:ph type="title"/>
          </p:nvPr>
        </p:nvSpPr>
        <p:spPr/>
        <p:txBody>
          <a:bodyPr/>
          <a:p>
            <a:endParaRPr lang="zh-CN" altLang="en-US"/>
          </a:p>
        </p:txBody>
      </p:sp>
    </p:spTree>
  </p:cSld>
  <p:clrMapOvr>
    <a:masterClrMapping/>
  </p:clrMapOvr>
</p:sld>
</file>

<file path=ppt/tags/tag1.xml><?xml version="1.0" encoding="utf-8"?>
<p:tagLst xmlns:p="http://schemas.openxmlformats.org/presentationml/2006/main">
  <p:tag name="KSO_WM_SLIDE_MODEL_TYPE" val="cov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471</Words>
  <Application>WPS 演示</Application>
  <PresentationFormat>宽屏</PresentationFormat>
  <Paragraphs>41</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方正书宋_GBK</vt:lpstr>
      <vt:lpstr>Wingdings</vt:lpstr>
      <vt:lpstr>宋体</vt:lpstr>
      <vt:lpstr>Arial Unicode MS</vt:lpstr>
      <vt:lpstr>Calibri Light</vt:lpstr>
      <vt:lpstr>Helvetica Neue</vt:lpstr>
      <vt:lpstr>汉仪书宋二KW</vt:lpstr>
      <vt:lpstr>Calibri</vt:lpstr>
      <vt:lpstr>微软雅黑</vt:lpstr>
      <vt:lpstr>汉仪旗黑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marui</dc:creator>
  <cp:lastModifiedBy>marui</cp:lastModifiedBy>
  <cp:revision>7</cp:revision>
  <dcterms:created xsi:type="dcterms:W3CDTF">2021-05-30T19:47:13Z</dcterms:created>
  <dcterms:modified xsi:type="dcterms:W3CDTF">2021-05-30T19:47:13Z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2052-3.6.0.5672</vt:lpwstr>
  </property>
</Properties>
</file>